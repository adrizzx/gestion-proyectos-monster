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92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pic>
        <p:nvPicPr>
          <p:cNvPr id="5" name="Image 0" descr="assets/esp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566928"/>
            <a:ext cx="8778240" cy="15800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514600"/>
            <a:ext cx="11192256" cy="37490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743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GESTIÓN DE PROYECTOS — MONSTER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Jakarta EE 8 · Payara · MySQL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PADILLA MARCO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TOSCANO DAMIAN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SIGCHA KENNED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0" y="45262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30717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18/06/2026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MAURICIO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223760" y="0"/>
            <a:ext cx="497433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502920"/>
            <a:ext cx="4480560" cy="626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2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6309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presentación
</a:t>
            </a:r>
            <a:endParaRPr lang="en-US" sz="19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por el diseño e implementación de la API REST del módulo de Gestión de Proyectos: arquitectura cliente–API, el modelo de datos con fases, actividades, recursos y gastos, los endpoints, la seguridad por perfiles, el cálculo automático del avance, la figura del responsable y las pruebas realizadas.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8732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Gestión de Proyectos — Monster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API REST que controla el módulo de Gestión de Proyectos de la aplicación Gestión de Proyectos Monster. Permite el registro y control de los proyectos de la organización, llevando de cada uno su costo planificado, el gasto real acumulado, el tiempo, el porcentaje de avance, el estado y el equipo de colaboradores asignados.
El módulo calcula automáticamente indicadores derivados —saldo disponible, exceso de presupuesto y atraso— y ahora también el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y el estado a partir de las fases/tareas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el gasto a partir de ítems justificados. La idea central es que la página ya no arma HTML en el servidor: solo entrega el “cascarón” y consume la API, que devuelve 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manteniendo toda la lógica de negocio y de seguridad en el servidor.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8732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
</a:t>
            </a:r>
            <a:endParaRPr lang="en-US" sz="1600" dirty="0"/>
          </a:p>
          <a:p>
            <a:pPr marL="0" indent="0" algn="just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API REST que permita el registro y control de los proyectos de la organización —presupuesto, gasto, tiempo, avance, estado, equipo y responsable— con la lógica de negocio y la seguridad centralizadas en el servidor.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8732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el cliente de la API: la vista consume datos con fetch() y la API responde en JSON.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endpoints REST para proyectos, fases/tareas, actividades, recursos y gastos.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automáticamente el avance y el estado desde las fases, y el gasto desde ítems justificados.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acceso de forma dinámica por opción de menú (012 y 013) y por la figura del responsable, con doble validación cliente–servidor.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87325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REST.</a:t>
            </a:r>
            <a:endParaRPr lang="en-US" sz="1450" dirty="0"/>
          </a:p>
          <a:p>
            <a:pPr marL="0" lvl="1" indent="0" algn="just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recursos mediante rutas y métodos HTTP (GET, POST, DELETE), devolviendo datos en lugar de páginas HTML.</a:t>
            </a:r>
            <a:endParaRPr lang="en-US" sz="145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como formato de intercambio.</a:t>
            </a:r>
            <a:endParaRPr lang="en-US" sz="1450" dirty="0"/>
          </a:p>
          <a:p>
            <a:pPr marL="0" lvl="1" indent="0" algn="just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se entregan como application/json; charset=UTF-8, construidas con una utilidad propia (Json.java) sin librerías externas.</a:t>
            </a:r>
            <a:endParaRPr lang="en-US" sz="145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Servlets (Jakarta EE 8 sobre Payara).</a:t>
            </a:r>
            <a:endParaRPr lang="en-US" sz="1450" dirty="0"/>
          </a:p>
          <a:p>
            <a:pPr marL="0" lvl="1" indent="0" algn="just">
              <a:spcAft>
                <a:spcPts val="80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servlet srvApiProyectos actúa como controlador: autentica, valida las reglas de negocio y serializa la respuesta.</a:t>
            </a:r>
            <a:endParaRPr lang="en-US" sz="145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en el cliente.</a:t>
            </a:r>
            <a:endParaRPr lang="en-US" sz="1450" dirty="0"/>
          </a:p>
          <a:p>
            <a:pPr marL="0" lvl="1" indent="0" algn="just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gestion.jsp solicita y envía datos de forma asíncrona y renderiza las tarjetas de proyecto en el navegador.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ARQUITECTURA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8732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una separación cliente ↔ API sobre la arquitectura MVC existente. La página entrega solo el “cascarón” y, mediante fetch(), consume la API que devuelve JSON. Toda la lógica de negocio y de seguridad vive en el servidor.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5486400" cy="731520"/>
          </a:xfrm>
          <a:prstGeom prst="roundRect">
            <a:avLst>
              <a:gd name="adj" fmla="val 8750"/>
            </a:avLst>
          </a:prstGeom>
          <a:solidFill>
            <a:srgbClr val="5FA8D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— gestion.jsp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JavaScript (fetch)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5486400" cy="731520"/>
          </a:xfrm>
          <a:prstGeom prst="roundRect">
            <a:avLst>
              <a:gd name="adj" fmla="val 8750"/>
            </a:avLst>
          </a:prstGeom>
          <a:solidFill>
            <a:srgbClr val="4590B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srvApiProyectos (Servlet)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· Validación · 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/ API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617720"/>
            <a:ext cx="5486400" cy="731520"/>
          </a:xfrm>
          <a:prstGeom prst="roundRect">
            <a:avLst>
              <a:gd name="adj" fmla="val 8750"/>
            </a:avLst>
          </a:prstGeom>
          <a:solidFill>
            <a:srgbClr val="2E6B8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17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DAOPROYECTO · DAOTAREA · DAOGASTO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DAOACTIVIDAD  (JDBC)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617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/ Datos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577840"/>
            <a:ext cx="5486400" cy="731520"/>
          </a:xfrm>
          <a:prstGeom prst="roundRect">
            <a:avLst>
              <a:gd name="adj" fmla="val 8750"/>
            </a:avLst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77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GEPRO_PROYECT, GEPRO_TAREA,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GEGAS_GASTO, GEACT_ACTIVIDAD…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5577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COMPONENTES CREADOS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8732520" cy="914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srvApiProyectos.java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 REST /api/proyectos/*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JSON sin librerías externas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+ reglas calculadas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Fase/tarea de control (peso, fechas, estado)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justificado (descripción, monto, fecha)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dentro de una fase (con recursos)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DAOPROYECTO.java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CRUD, estadísticas y asignación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DAOTAREA.java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 tareas + recálculo de avance y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DAOGASTO.java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 gastos + recálculo del gasto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DAOACTIVIDAD.java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 actividades + recursos + recálculo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SeguridadWeb.java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requiereOpcion() — acceso por perfil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gestion.jsp / asignar.jsp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de gestión (CRUD) que consume la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MODELO DE DATOS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</a:t>
            </a:r>
            <a:r>
              <a:rPr lang="en-US" sz="12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GEPRO_PROYECT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(ampliada). La relación N:M con empleados vive en </a:t>
            </a:r>
            <a:r>
              <a:rPr lang="en-US" sz="12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GR_PEEMP_GEPRO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8732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GEPRO_CODIGO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CHAR(3) PK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autogenerado (P01, P02…)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PEDEP_CODIGO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CHAR(3) FK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 responsable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GEPRO_NOMBRE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proyecto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GEPRO_DESCRI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GEPRO_PRESUP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DECIMAL(12,2)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(costo planificado)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GEPRO_GASTO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DECIMAL(12,2)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acumulado (suma de gastos)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GEPRO_FECINI / FECFIN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Fechas de inicio y fin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GEPRO_AVANCE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 0–100 (calculado por fases)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GEPRO_ESTADO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PLANIFICADO / EN_PROGRESO / COMPLETADO / CANCELADO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GEPRO_RECURS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(compat.; ahora vía catálogo)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GEPRO_RESPON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CHAR(6)  ← nuevo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 responsable (persona a cargo)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FASES Y TAREAS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nueva </a:t>
            </a:r>
            <a:r>
              <a:rPr lang="en-US" sz="12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GEPRO_TAREA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fases/tareas de control del proyecto. Cada fase tiene un peso, fechas, responsable y estado.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87325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GETAR_CODIGO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PK AI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de la tarea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GEPRO_CODIGO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CHAR(3) FK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al que pertenece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GETAR_NOMBRE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VARCHAR(120)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la fase/tarea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GETAR_PESO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que aporta al avance (los pesos suman 100)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GETAR_FECINI / FECFIN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 y fecha de coordinación/fin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GETAR_ORDEN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 de la fase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PEEMP_CODIGO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CHAR(6)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 responsable de la tarea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GETAR_ESTADO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 / EN_PROGRESO / COMPLETADA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GETAR_ACEPTA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TINYINT(1)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= aceptada/confirmada por el responsable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GETAR_FECCOM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se completó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ACTIVIDADES Y RECURSOS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completa:  </a:t>
            </a: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→ Fase → Actividad → Recursos.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Cada fase puede tener actividades y cada actividad usa recursos del catálogo.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48840"/>
          <a:ext cx="8732520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GEACT_ACTIVIDAD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 de una fase (nombre, estado, orden)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GR_GEACT_RECURSO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usados por cada actividad (N:M)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GERECU_RECURSO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recursos (Hardware, Software, Infra, Humano)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GR_GEPRO_RECURSO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elegidos por cada proyecto (N:M)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502920" y="4160520"/>
            <a:ext cx="8732520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160520"/>
            <a:ext cx="8458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por catálogo (ya no texto libre):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API, recursos es la lista de nombres (GROUP_CONCAT) y recursosCodigos el arreglo de códigos seleccionados (para marcar el checklist al editar). DAOPROYECTO.asignarRecursos() reemplaza el conjunto elegido.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5212080"/>
            <a:ext cx="8732520" cy="86868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5212080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la fase por actividades: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= actividades completadas / total. Si la fase no tiene actividades, se completa con el botón manual del responsable.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GASTOS JUSTIFICADOS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gasto ya no es un número escrito a mano: se registra como ítems (en qué se gastó + monto). GEPRO_GASTO se calcula como la suma (DAOGASTO.recomputarGasto).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507492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GEGAS_CODIGO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PK AI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del gasto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GEPRO_CODIGO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CHAR(3) FK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GEGAS_DESCRI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qué se gastó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GEGAS_MONTO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DECIMAL(12,2)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GEGAS_FECHA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GEGAS_CATEGORIA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VARCHAR(40)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Materiales / Servicios / Personal / Otros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806440" y="23317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interfaz
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→ botón «Gastos»: agregar, editar y eliminar cada gasto.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total, el presupuesto y el disponible/exceso.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gestiona el gestor (012) o el responsable del proyecto.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es fijo; el gasto es la suma de los ítems.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INDICADORES CALCULADOS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calculan en Proyecto.java y no se almacenan.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475488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disponible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− gasto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excedido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&gt; presupuesto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exceso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max(0, gasto − presupuesto)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porcentajeGasto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/ presupuesto ×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diasRestantes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entre hoy y fechaFin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atrasado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fechaFin pasó y no está completado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0" y="2103120"/>
            <a:ext cx="3383280" cy="4160520"/>
          </a:xfrm>
          <a:prstGeom prst="roundRect">
            <a:avLst>
              <a:gd name="adj" fmla="val 1351"/>
            </a:avLst>
          </a:prstGeom>
          <a:solidFill>
            <a:srgbClr val="0E1B33"/>
          </a:solidFill>
          <a:ln/>
        </p:spPr>
      </p:sp>
      <p:sp>
        <p:nvSpPr>
          <p:cNvPr id="12" name="Text 9"/>
          <p:cNvSpPr/>
          <p:nvPr/>
        </p:nvSpPr>
        <p:spPr>
          <a:xfrm>
            <a:off x="5650992" y="2212848"/>
            <a:ext cx="3054096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objeto proyecto (data)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"codigo": "P01",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"presupuesto": 20000.00,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"gasto": 8500.00,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"disponible": 11500.00,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"porcentajeGasto": 42.5,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"avance": 45,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"estado": "EN_PROGRESO",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"recursos": "Laptops, Servidor…",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"recursosCodigos":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["R001","R002","R012"],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"responsable": "EMP001",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"responsableNombre":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"Torres López",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"fechaFin": "2026-08-20",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"atrasado": false,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"totalEmpleados": 4,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"diasRestantes": 30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ENDPOINTS · PROYECTOS Y TAREAS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</a:t>
            </a:r>
            <a:r>
              <a:rPr lang="en-US" sz="1150" b="1" dirty="0">
                <a:solidFill>
                  <a:srgbClr val="1A3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/GESTION_PROYECTOS_MONSTER_JAVA_GR06/api/proyectos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7726680" cy="424281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todos + estadísticas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012/013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/proyectos/mis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del usuario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/proyectos/empleados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colaboradores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013/012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con su equipo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012/013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proyecto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proyecto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proyecto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/proyectos/{codigo}/asignar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 el equipo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013/012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/proyectos/{codigo}/seguimiento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(el responsable)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Respon./012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/proyectos/{codigo}/tareas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fases + suma pesos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012/013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/proyectos/{codigo}/tareas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una fase/tarea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/proyectos/tareas/{id}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fase (reasignar)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/proyectos/tareas/{id}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fase/tarea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/proyectos/tareas/{id}/completar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Completar/reabrir tarea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Dueño/012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/proyectos/mis-tareas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del usuario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ENDPOINTS · ACTIVIDADES Y GASTOS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8732520" cy="9144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/proyectos/tareas/{id}/actividades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actividades de una fase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/proyectos/tareas/{id}/actividades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actividad (con recursos)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/proyectos/actividades/{id}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una actividad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/proyectos/actividades/{id}/completar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Completar/reabrir actividad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Dueño/012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/proyectos/{codigo}/gastos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gastos + totales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012/Respon.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/proyectos/{codigo}/gastos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un gasto justificado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012/Respon.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/proyectos/gastos/{id}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un gasto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012/Respon.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/proyectos/gastos/{id}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un gasto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012/Respon.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394960"/>
            <a:ext cx="8732520" cy="86868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394960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actualizar usa POST y no PUT?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contenedores de servlets solo parsean el cuerpo form-urlencoded en peticiones POST. Con PUT, request.getParameter() devolvería null y toda validación fallaría. La ruta con {id}/{codigo} distingue la actualización de la creación.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PARÁMETROS Y VALIDACIÓN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escrituras se envían como application/x-www-form-urlencoded; las respuestas siempre son JSON.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87325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validación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nombre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Obligatorio, ≤ 100 caracteres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descripcion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Opcional, ≤ 255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departamento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Opcional; en edición conserva el 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responsable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de empleado a cargo (opcional)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recursos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Códigos del catálogo (repetible); reemplaza el conjunto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presupuesto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fechaInicio / fechaFin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YYYY-MM-DD; fin no anterior a inicio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empleados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en /asignar — códigos repetibles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5212080"/>
            <a:ext cx="8732520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212080"/>
            <a:ext cx="8458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se reciben del usuario: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(se calcula de los gastos justificados), avance y estado (se calculan de las fases/tareas). Parámetros de un gasto (/gastos): descripcion (obligatorio), monto (&gt; 0), fecha y categoria (opcionales).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RESPUESTA Y CÓDIGOS HTTP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respuesta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4206240" cy="1737360"/>
          </a:xfrm>
          <a:prstGeom prst="roundRect">
            <a:avLst>
              <a:gd name="adj" fmla="val 2632"/>
            </a:avLst>
          </a:prstGeom>
          <a:solidFill>
            <a:srgbClr val="0E1B33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212848"/>
            <a:ext cx="3877056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Éxito (200)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"ok": true,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"mensaje": "Proyecto creado correctamente.",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 ... },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"stats": { ... },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"permisos": { "puedeGestionar": true,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"puedeAsignar": true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4206240" cy="1005840"/>
          </a:xfrm>
          <a:prstGeom prst="roundRect">
            <a:avLst>
              <a:gd name="adj" fmla="val 4545"/>
            </a:avLst>
          </a:prstGeom>
          <a:solidFill>
            <a:srgbClr val="0E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4133088"/>
            <a:ext cx="387705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 (400, 401, 403, 404, 500)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"ok": false,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"El nombre del proyecto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 obligatorio." 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utilizados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03120"/>
          <a:ext cx="3840480" cy="29260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 en esta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 correcta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inválidos (falla una validación)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401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sesión activa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403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 válida pero sin permiso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404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o ruta no encontrada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409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Conflicto (quitar a un responsable de fase)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A32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interno (fallo de base de datos)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SEGURIDAD Y PERFILES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8732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no se controla por un rol fijo, sino por la opción de menú asignada al perfil (control dinámico): un perfil nuevo obtiene acceso según las opciones que se le asignen, sin tocar el código.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873252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Proyectos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Crear, editar, eliminar y ver todos los proyectos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 de Personal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Asignar o quitar colaboradores del equipo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11880"/>
          <a:ext cx="8732520" cy="9144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¿Ve la pantalla?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¿Gestiona?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¿Asigna?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 (012+013)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Departamento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RR. HH. (sin 012)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 (sin 012)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usa /mis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(lectura)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nuevo con 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02920" y="5577840"/>
            <a:ext cx="8732520" cy="77724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5577840"/>
            <a:ext cx="8458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validación: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front-end oculta los botones según el bloque permisos que devuelve la API, y el back-end vuelve a comprobar el permiso en cada endpoint. Aunque llamen la API directamente sin la opción, reciben 403: la seguridad real está en el servidor.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AVANCE POR FASES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(%) ya no se escribe a mano: se calcula automáticamente a partir de las fases/tareas y sus actividades (DAOTAREA.recomputarAvance).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8732520" cy="1234440"/>
          </a:xfrm>
          <a:prstGeom prst="roundRect">
            <a:avLst>
              <a:gd name="adj" fmla="val 3704"/>
            </a:avLst>
          </a:prstGeom>
          <a:solidFill>
            <a:srgbClr val="0E1B33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395728"/>
            <a:ext cx="8403336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fracción de la fase = actividades completadas / total     (si tiene actividades)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= 1 si se completó manualmente, si no 0   (si no tiene)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avance del proyecto = ( Σ peso × fracción de cada fase / Σ peso ) × 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una actividad sube el avance de forma granular, proporcional al peso de su fase.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2336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también se recalcula junto con el avance (ya no se edita a mano):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43400"/>
          <a:ext cx="8732520" cy="9144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 de las fases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 ≥ 100 % (todas completadas)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COMPLETADO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avance o alguna fase en progreso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EN_PROGRESO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avance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PLANIFICADO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estaba cancelado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CANCELADO (se respeta)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POR FASES · GANTT Y CALENDARIO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87325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Gantt.</a:t>
            </a:r>
            <a:endParaRPr lang="en-US" sz="1350" dirty="0"/>
          </a:p>
          <a:p>
            <a:pPr marL="0" lvl="1" indent="0" algn="just"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modal «Fases y tareas» dibuja cada fase como una barra ubicada por su rango de fechas y rellena según su porcentaje, como en una herramienta de proyectos.</a:t>
            </a:r>
            <a:endParaRPr lang="en-US" sz="13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trabajo.</a:t>
            </a:r>
            <a:endParaRPr lang="en-US" sz="1350" dirty="0"/>
          </a:p>
          <a:p>
            <a:pPr marL="0" lvl="1" indent="0" algn="just"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gestor (012) define las fases (nombre, peso, fechas, responsable); el colaborador ve «Mis tareas»; al pulsar «Completar y aceptar», la tarea pasa a COMPLETADA y el servidor recalcula el avance.</a:t>
            </a:r>
            <a:endParaRPr lang="en-US" sz="13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por colaborador.</a:t>
            </a:r>
            <a:endParaRPr lang="en-US" sz="1350" dirty="0"/>
          </a:p>
          <a:p>
            <a:pPr marL="0" lvl="1" indent="0" algn="just"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«Mi calendario de fases» ubica cada fase en su fecha de coordinación; al hacer clic se completa y sube el avance. «Mis tareas» se muestra agrupado por proyecto.</a:t>
            </a:r>
            <a:endParaRPr lang="en-US" sz="135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al quitar personal.</a:t>
            </a:r>
            <a:endParaRPr lang="en-US" sz="1350" dirty="0"/>
          </a:p>
          <a:p>
            <a:pPr marL="0" lvl="1" indent="0" algn="just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intenta quitar del proyecto a quien es responsable de una fase, el servidor responde 409 listando las fases afectadas y pide reasignarlas primero.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RESPONSABLE DEL PROYECTO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8732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puede tener un </a:t>
            </a: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(GEPRO_RESPON): el empleado a cargo. Puede editar los campos operativos —descripción, recursos, gasto, avance y estado— </a:t>
            </a: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no tenga la opción 012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mediante POST /api/proyectos/{codigo}/seguimiento.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43200"/>
          <a:ext cx="8732520" cy="201168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lo edita?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presupuesto, fechas, departamento, responsable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 con opción 012 (formulario completo)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Descripción, recursos, gasto, avance,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del proyecto o gestor 012 (seguimiento)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/ crear 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 con opción 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5120640"/>
            <a:ext cx="8732520" cy="96012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120640"/>
            <a:ext cx="8458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valida en el servidor que el usuario sea el responsable (GEPRO_RESPON = codigoEmpleado) o tenga la opción 012; si no, responde 403. En el Portal del Empleado, cada proyecto del que es responsable muestra la insignia </a:t>
            </a:r>
            <a:r>
              <a:rPr lang="en-US" sz="11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botón «Actualizar seguimiento».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FLUJO DE UNA OPERACIÓN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creación de un proyecto.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475488" cy="475488"/>
          </a:xfrm>
          <a:prstGeom prst="ellipse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139696"/>
            <a:ext cx="8001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modal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pulsa “+ Nuevo proyecto” (solo si puedeGestionar).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475488" cy="475488"/>
          </a:xfrm>
          <a:prstGeom prst="ellipse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871216"/>
            <a:ext cx="8001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el formulario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gestion.jsp hace fetch POST /api/proyectos en form-urlencoded.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475488" cy="475488"/>
          </a:xfrm>
          <a:prstGeom prst="ellipse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57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602736"/>
            <a:ext cx="8001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el servidor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srvApiProyectos comprueba sesión (401), permiso 012 (403) y datos (400).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389120"/>
            <a:ext cx="475488" cy="475488"/>
          </a:xfrm>
          <a:prstGeom prst="ellipse">
            <a:avLst/>
          </a:prstGeom>
          <a:solidFill>
            <a:srgbClr val="1A326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89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334256"/>
            <a:ext cx="8001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DAOPROYECTO.insertar() genera el código P0X e inserta el registro.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120640"/>
            <a:ext cx="475488" cy="475488"/>
          </a:xfrm>
          <a:prstGeom prst="ellipse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120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065776"/>
            <a:ext cx="8001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y refrescar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200 con { ok, mensaje, data }; la vista recarga la lista.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5943600"/>
            <a:ext cx="8732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validaciones de negocio corren en el servidor (leerYValidar): presupuesto ≥ 0, fechas coherentes y las reglas ligadas a fases/gastos.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VISTA DEL COLABORADOR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8732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 un colaborador se le asigna un proyecto, al entrar a su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Empleado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tarjetas de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todos los campos del proyecto en el que participa.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Presupuesto, gasto y saldo disponible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con barra de progreso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responsable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inicio y fin, y días restantes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involucradas y recursos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94960" y="2560320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5603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
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“Por algo se asigna a alguien un proyecto”: el colaborador ve la información del proyecto en el que participa, sin poder editarla.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5212080"/>
            <a:ext cx="8732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consume DAOPROYECTO.listarDetalladoPorEmpleado(codigo), que filtra por las asignaciones del empleado. Si no tiene proyectos, se muestra un mensaje vacío.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CAMBIOS EN BASE DE DATOS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8732520" cy="822960"/>
          </a:xfrm>
          <a:prstGeom prst="roundRect">
            <a:avLst>
              <a:gd name="adj" fmla="val 5556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8458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5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aplicados: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agregaron 9 columnas a GEPRO_PROYECT (incluida GEPRO_RESPON) y se creó un conjunto de tablas nuevas para fases, actividades, recursos y gastos. GR_PEEMP_GEPRO no cambió.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8732520" cy="502920"/>
          </a:xfrm>
          <a:prstGeom prst="roundRect">
            <a:avLst>
              <a:gd name="adj" fmla="val 9091"/>
            </a:avLst>
          </a:prstGeom>
          <a:solidFill>
            <a:srgbClr val="0E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830068"/>
            <a:ext cx="8403336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</a:t>
            </a:r>
            <a:r>
              <a:rPr lang="en-US" sz="1100" dirty="0" err="1">
                <a:solidFill>
                  <a:srgbClr val="C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gestion_proyectos_monster.sql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47813"/>
            <a:ext cx="8732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las tablas nuevas: GEPRO_TAREA, GEACT_ACTIVIDAD, GR_GEACT_RECURSO, GERECU_RECURSO, GR_GEPRO_RECURSO y GEGAS_GASTO.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instalación desde cero: database/DDL.sql + database/DML.sql. .</a:t>
            </a:r>
            <a:endParaRPr lang="en-US" sz="1250" dirty="0"/>
          </a:p>
        </p:txBody>
      </p:sp>
      <p:pic>
        <p:nvPicPr>
          <p:cNvPr id="45" name="Imagen 44" descr="Qué es MySQL? la base de datos más popular del mundo">
            <a:extLst>
              <a:ext uri="{FF2B5EF4-FFF2-40B4-BE49-F238E27FC236}">
                <a16:creationId xmlns:a16="http://schemas.microsoft.com/office/drawing/2014/main" id="{FD6A4692-97D2-22FA-F419-D946044E6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80" y="4295563"/>
            <a:ext cx="3992880" cy="18966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· VALIDACIONES Y PERMISOS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45 archivos Java compilan sin errores contra Payara 5 y el conector MySQL. La autorización se verifica en cada endpoint.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48840"/>
          <a:ext cx="8732520" cy="4023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proyecto con nombre vacío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400: “El nombre del proyecto es obligatorio.”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fechaFin anterior a fechaInicio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400: fechas incoherentes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/api/proyectos sin opción 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Asignar un responsable a un proyecto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tarjeta muestra “Responsable: …”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responsable actualiza gasto/estado (seguimiento)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guarda; presupuesto y fechas intactos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empleado NO responsable llama /seguimiento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403: solo el responsable puede actualizar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cualquier rol en la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muestra en MAYÚSCULAS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 recursos del checklist al crear/editar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guardan; la tarjeta los muestra por nombre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Quitar del equipo al responsable de una fase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409: pide reasignar la fase primero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· FASES, ACTIVIDADES Y GASTOS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8732520" cy="4023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5 fases con pesos que suman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aviso muestra “Suma de pesos: 100% ✓”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dueño completa una fase de peso 20 (proyecto en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avance del proyecto sube a 20 %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Completar una tarea que NO es tuya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403: solo puedes completar tus tareas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3 gastos (2000, 3500, 3000)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gasto total pasa a USD 8.500,00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Completar todas las fases de un proyecto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estado pasa a COMPLETADO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una fase, agregar 3 actividades y completar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fase pasa a 33 %; el avance sube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el modal de fases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Gantt dibuja cada fase por fechas, rellena por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una fase y cambiarle el responsable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fase queda reasignada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3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Entrar como colaborador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«Mis tareas» aparece agrupado por proyecto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8732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y el estado del proyecto ya no se escriben a mano: se calculan automáticamente a partir de las fases/tareas y sus actividades (suma ponderada por peso), y se visualizan en la barra de avance y en un diagrama de Gantt.</a:t>
            </a:r>
            <a:endParaRPr lang="en-US" sz="1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gasto se compone de ítems justificados y los recursos se eligen de un catálogo (no texto libre), lo que aporta trazabilidad y datos consistentes en toda la aplicación.</a:t>
            </a:r>
            <a:endParaRPr lang="en-US" sz="1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figura del responsable permite delegar la edición operativa (seguimiento) sin dar la opción 012, y la doble validación en el servidor mantiene la seguridad, protegiendo incluso con 409 el quitar a un responsable de fase.</a:t>
            </a:r>
            <a:endParaRPr lang="en-US" sz="1400" dirty="0"/>
          </a:p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cliente ↔ API deja toda la lógica de negocio y de seguridad centralizada en el servidor: la vista solo consume JSON y renderiza.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8732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las validaciones y los recálculos (avance, estado, gasto) en el servidor: son la única fuente de verdad; el cliente solo debe mostrar, nunca calcular ni confiar en datos enviados.</a:t>
            </a:r>
            <a:endParaRPr lang="en-US" sz="1400" dirty="0"/>
          </a:p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siempre pesos de fases que sumen 100 y asignar un responsable a cada fase, para que el avance calculado y las alertas 409 funcionen correctamente.</a:t>
            </a:r>
            <a:endParaRPr lang="en-US" sz="1400" dirty="0"/>
          </a:p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 el envío en form-urlencoded y el uso de POST en lugar de PUT mientras no se incorpore una librería de parseo JSON, y documentarlo para el equipo.</a:t>
            </a:r>
            <a:endParaRPr lang="en-US" sz="1400" dirty="0"/>
          </a:p>
          <a:p>
            <a:pPr marL="228600" indent="-228600" algn="just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script idempotente instalacion_completa.sql una sola vez por entorno y comunicar los cambios de esquema para evitar inconsistencias entre desarrollo y producción.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2880360" cy="9144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274320"/>
            <a:ext cx="2331720" cy="9144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274320"/>
            <a:ext cx="1783080" cy="9144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464040" cy="1143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8641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464040" y="0"/>
            <a:ext cx="2734056" cy="6858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8" name="Text 6"/>
          <p:cNvSpPr/>
          <p:nvPr/>
        </p:nvSpPr>
        <p:spPr>
          <a:xfrm>
            <a:off x="9610344" y="384048"/>
            <a:ext cx="2496312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INTRODUCCIÓN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OBJETIVOS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MARCO TEÓRICO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DESARROLLO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ARQUITECTURA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COMPONENTES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FASES Y TAREAS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ACTIVIDADES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INDICADORES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ENDPOINTS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PARÁMETROS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SEGURIDAD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AVANCE POR FASES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RESPONSABLE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VISTA COLABORADOR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BASE DE DATOS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PRUEBAS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CONCLUSIONES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RECOMENDACIONES</a:t>
            </a:r>
            <a:endParaRPr lang="en-US" sz="10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1050" b="1" dirty="0">
                <a:solidFill>
                  <a:srgbClr val="FFF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BIBLIOGRAFÍA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8732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T. Fielding, «Architectural Styles and the Design of Network-based Software Architectures,» 2000. [En línea]. https://ics.uci.edu/~fielding/pubs/dissertation/top.htm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Foundation, «Jakarta Servlet Specification,» 2024. [En línea]. https://jakarta.ee/specifications/servlet/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Docs, «Using the Fetch API,» 2024. [En línea]. https://developer.mozilla.org/docs/Web/API/Fetch_API/Using_Fetch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IETF, «HTTP Semantics — RFC 9110,» 2022. [En línea]. https://www.rfc-editor.org/rfc/rfc9110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«MySQL 8.0 Reference Manual,» 2024. [En línea]. https://dev.mysql.com/doc/refman/8.0/en/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5554</Words>
  <Application>Microsoft Office PowerPoint</Application>
  <PresentationFormat>Panorámica</PresentationFormat>
  <Paragraphs>1236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de Gestion de Proyectos - Monster</dc:title>
  <dc:subject>PptxGenJS Presentation</dc:subject>
  <dc:creator>Grupo GR06</dc:creator>
  <cp:lastModifiedBy>Adrian Padilla</cp:lastModifiedBy>
  <cp:revision>2</cp:revision>
  <dcterms:created xsi:type="dcterms:W3CDTF">2026-07-24T01:24:39Z</dcterms:created>
  <dcterms:modified xsi:type="dcterms:W3CDTF">2026-07-24T01:33:31Z</dcterms:modified>
</cp:coreProperties>
</file>